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Workspace\Gits\CamHub\openvideo\apps\shine\.gemini_slides_tmp\slide_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Workspace\Gits\CamHub\openvideo\apps\shine\.gemini_slides_tmp\slide_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Workspace\Gits\CamHub\openvideo\apps\shine\.gemini_slides_tmp\slide_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Workspace\Gits\CamHub\openvideo\apps\shine\.gemini_slides_tmp\slide_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Workspace\Gits\CamHub\openvideo\apps\shine\.gemini_slides_tmp\slide_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Workspace\Gits\CamHub\openvideo\apps\shine\.gemini_slides_tmp\slide_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Workspace\Gits\CamHub\openvideo\apps\shine\.gemini_slides_tmp\slide_0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Workspace\Gits\CamHub\openvideo\apps\shine\.gemini_slides_tmp\slide_0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Workspace\Gits\CamHub\openvideo\apps\shine\.gemini_slides_tmp\slide_0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Workspace\Gits\CamHub\openvideo\apps\shine\.gemini_slides_tmp\slide_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Workspace\Gits\CamHub\openvideo\apps\shine\.gemini_slides_tmp\slide_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Workspace\Gits\CamHub\openvideo\apps\shine\.gemini_slides_tmp\slide_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Workspace\Gits\CamHub\openvideo\apps\shine\.gemini_slides_tmp\slide_1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Workspace\Gits\CamHub\openvideo\apps\shine\.gemini_slides_tmp\slide_1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Workspace\Gits\CamHub\openvideo\apps\shine\.gemini_slides_tmp\slide_1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Workspace\Gits\CamHub\openvideo\apps\shine\.gemini_slides_tmp\slide_1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Workspace\Gits\CamHub\openvideo\apps\shine\.gemini_slides_tmp\slide_1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Workspace\Gits\CamHub\openvideo\apps\shine\.gemini_slides_tmp\slide_1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Workspace\Gits\CamHub\openvideo\apps\shine\.gemini_slides_tmp\slide_1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Workspace\Gits\CamHub\openvideo\apps\shine\.gemini_slides_tmp\slide_2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Workspace\Gits\CamHub\openvideo\apps\shine\.gemini_slides_tmp\slide_2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Workspace\Gits\CamHub\openvideo\apps\shine\.gemini_slides_tmp\slide_2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Workspace\Gits\CamHub\openvideo\apps\shine\.gemini_slides_tmp\slide_2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Workspace\Gits\CamHub\openvideo\apps\shine\.gemini_slides_tmp\slide_2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Workspace\Gits\CamHub\openvideo\apps\shine\.gemini_slides_tmp\slide_2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2026-09-03T09:21:28Z</dcterms:created>
  <dcterms:modified xsi:type="dcterms:W3CDTF">2026-09-03T09:21:28Z</dcterms:modified>
</cp:coreProperties>
</file>